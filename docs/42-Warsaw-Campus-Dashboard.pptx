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Montserrat"/>
      <p:regular r:id="rId201314"/>
    </p:embeddedFont>
    <p:embeddedFont>
      <p:font typeface="Montserrat Bold"/>
      <p:regular r:id="rId201315"/>
    </p:embeddedFont>
    <p:embeddedFont>
      <p:font typeface="Montserrat Black"/>
      <p:regular r:id="rId201316"/>
    </p:embeddedFont>
    <p:embeddedFont>
      <p:font typeface="Source Sans 3"/>
      <p:regular r:id="rId201317"/>
    </p:embeddedFont>
    <p:embeddedFont>
      <p:font typeface="Source Sans 3 Bold"/>
      <p:regular r:id="rId201318"/>
    </p:embeddedFont>
    <p:embeddedFont>
      <p:font typeface="Source Sans 3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9.png"/><Relationship Id="rId12" Type="http://schemas.openxmlformats.org/officeDocument/2006/relationships/image" Target="../media/image-6-10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1582489"/>
            <a:ext cx="4635252" cy="87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42 Warsaw Campus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68874" y="2690440"/>
            <a:ext cx="463525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API Research &amp; Data Strategy — Endpoints, refresh strategy, data handling, and service reliability.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968874" y="3326681"/>
            <a:ext cx="1872630" cy="234330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61371" y="3372892"/>
            <a:ext cx="214483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PREPARED BY EERAVCI &amp; MAFZAL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34727"/>
            <a:ext cx="8064252" cy="260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Solution Overview &amp; Architecture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36" y="837679"/>
            <a:ext cx="4614193" cy="32745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31545" y="2221260"/>
            <a:ext cx="2677269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31545" y="2405658"/>
            <a:ext cx="2677269" cy="328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frontend never talks directly to the 42 API. It requests processed data from our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Node.js / Express backend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which handles authentication, pagination, filtering, caching, and analytics.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539874" y="4234532"/>
            <a:ext cx="1975321" cy="474241"/>
          </a:xfrm>
          <a:prstGeom prst="roundRect">
            <a:avLst>
              <a:gd name="adj" fmla="val 2897"/>
            </a:avLst>
          </a:prstGeom>
          <a:solidFill>
            <a:srgbClr val="111213"/>
          </a:solidFill>
          <a:ln w="9525">
            <a:solidFill>
              <a:srgbClr val="494A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928" y="4335587"/>
            <a:ext cx="1773213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928" y="4498256"/>
            <a:ext cx="1773213" cy="10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Receives ready-to-use JSON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2569518" y="4234532"/>
            <a:ext cx="1975321" cy="474241"/>
          </a:xfrm>
          <a:prstGeom prst="roundRect">
            <a:avLst>
              <a:gd name="adj" fmla="val 2897"/>
            </a:avLst>
          </a:prstGeom>
          <a:solidFill>
            <a:srgbClr val="111213"/>
          </a:solidFill>
          <a:ln w="9525">
            <a:solidFill>
              <a:srgbClr val="494A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70572" y="4335587"/>
            <a:ext cx="1773213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670572" y="4498256"/>
            <a:ext cx="1773213" cy="10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Manages token, cache &amp; DB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599161" y="4234532"/>
            <a:ext cx="1975321" cy="474241"/>
          </a:xfrm>
          <a:prstGeom prst="roundRect">
            <a:avLst>
              <a:gd name="adj" fmla="val 2897"/>
            </a:avLst>
          </a:prstGeom>
          <a:solidFill>
            <a:srgbClr val="111213"/>
          </a:solidFill>
          <a:ln w="9525">
            <a:solidFill>
              <a:srgbClr val="494A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0215" y="4335587"/>
            <a:ext cx="1773213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42 API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00215" y="4498256"/>
            <a:ext cx="1773213" cy="10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JSON via Bearer Token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628805" y="4234532"/>
            <a:ext cx="1975321" cy="474241"/>
          </a:xfrm>
          <a:prstGeom prst="roundRect">
            <a:avLst>
              <a:gd name="adj" fmla="val 2897"/>
            </a:avLst>
          </a:prstGeom>
          <a:solidFill>
            <a:srgbClr val="111213"/>
          </a:solidFill>
          <a:ln w="9525">
            <a:solidFill>
              <a:srgbClr val="494A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9859" y="4335587"/>
            <a:ext cx="1773213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Social Space TV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29859" y="4498256"/>
            <a:ext cx="1773213" cy="10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Auto-refresh, read-only display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621655"/>
            <a:ext cx="4635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Authentication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68874" y="1291307"/>
            <a:ext cx="463525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42 API uses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OAuth 2.0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The dashboard uses the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client-credentials grant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it acts on its own, not tied to any user account.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968874" y="1927547"/>
            <a:ext cx="2240459" cy="1357089"/>
          </a:xfrm>
          <a:prstGeom prst="roundRect">
            <a:avLst>
              <a:gd name="adj" fmla="val 1705"/>
            </a:avLst>
          </a:prstGeom>
          <a:solidFill>
            <a:srgbClr val="303132"/>
          </a:solidFill>
          <a:ln/>
        </p:spPr>
      </p:sp>
      <p:sp>
        <p:nvSpPr>
          <p:cNvPr id="6" name="Text 3"/>
          <p:cNvSpPr/>
          <p:nvPr/>
        </p:nvSpPr>
        <p:spPr>
          <a:xfrm>
            <a:off x="4123134" y="2081808"/>
            <a:ext cx="1931938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Token Endpoint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23134" y="2393454"/>
            <a:ext cx="1931938" cy="736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https://api.intra.42.fr/oauth/token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63593" y="1927547"/>
            <a:ext cx="2240533" cy="1357089"/>
          </a:xfrm>
          <a:prstGeom prst="roundRect">
            <a:avLst>
              <a:gd name="adj" fmla="val 1705"/>
            </a:avLst>
          </a:prstGeom>
          <a:solidFill>
            <a:srgbClr val="303132"/>
          </a:solidFill>
          <a:ln/>
        </p:spPr>
      </p:sp>
      <p:sp>
        <p:nvSpPr>
          <p:cNvPr id="9" name="Text 6"/>
          <p:cNvSpPr/>
          <p:nvPr/>
        </p:nvSpPr>
        <p:spPr>
          <a:xfrm>
            <a:off x="6517853" y="2081808"/>
            <a:ext cx="1932012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Bearer Token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17853" y="2393454"/>
            <a:ext cx="1932012" cy="722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request includes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ACCESS_TOKEN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68874" y="3438897"/>
            <a:ext cx="4635252" cy="108287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2" name="Text 9"/>
          <p:cNvSpPr/>
          <p:nvPr/>
        </p:nvSpPr>
        <p:spPr>
          <a:xfrm>
            <a:off x="4123134" y="3593157"/>
            <a:ext cx="4326731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Rules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123134" y="3904804"/>
            <a:ext cx="4326731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CLIENT_ID and CLIENT_SECRET stored in env vars. Secret never sent to frontend. Auto-renew on expiry; retry failed requests once.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67246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API Endpoints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9874" y="1214065"/>
            <a:ext cx="8521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dashboard feature maps to specific 42 API endpoints. Key groups: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9874" y="1618952"/>
            <a:ext cx="8064252" cy="3057302"/>
          </a:xfrm>
          <a:prstGeom prst="roundRect">
            <a:avLst>
              <a:gd name="adj" fmla="val 757"/>
            </a:avLst>
          </a:prstGeom>
          <a:noFill/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874" y="2059112"/>
            <a:ext cx="8064252" cy="96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9874" y="2494508"/>
            <a:ext cx="8064252" cy="96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9874" y="2929905"/>
            <a:ext cx="8064252" cy="96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9874" y="3365302"/>
            <a:ext cx="8064252" cy="96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9874" y="3800698"/>
            <a:ext cx="8064252" cy="96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39874" y="4236095"/>
            <a:ext cx="8064252" cy="96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03734" y="1725737"/>
            <a:ext cx="215994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4997" y="1725737"/>
            <a:ext cx="1355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Refresh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21770" y="1725737"/>
            <a:ext cx="497577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Primary Use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3734" y="2161133"/>
            <a:ext cx="215994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Campus &amp; Users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14997" y="2161133"/>
            <a:ext cx="1355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21770" y="2161133"/>
            <a:ext cx="497577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Warsaw campus ID, student population, profiles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3734" y="2596530"/>
            <a:ext cx="215994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Cursus Users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14997" y="2596530"/>
            <a:ext cx="1355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6–12h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21770" y="2596530"/>
            <a:ext cx="497577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Levels, progress, Black Hole monitoring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3734" y="3031927"/>
            <a:ext cx="215994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14997" y="3031927"/>
            <a:ext cx="1355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1–5 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21770" y="3031927"/>
            <a:ext cx="497577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occupancy, Night Owls, Early Birds, session duration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3734" y="3467323"/>
            <a:ext cx="215994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14997" y="3467323"/>
            <a:ext cx="1355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5–15 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21770" y="3467323"/>
            <a:ext cx="497577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Recently passed projects, completion rankings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3734" y="3902720"/>
            <a:ext cx="215994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Scale Teams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14997" y="3902720"/>
            <a:ext cx="1355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10–30 min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21770" y="3902720"/>
            <a:ext cx="497577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evaluators, most evaluated students, heatmaps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3734" y="4338117"/>
            <a:ext cx="215994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Coalitions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14997" y="4338117"/>
            <a:ext cx="1355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Hourly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21770" y="4338117"/>
            <a:ext cx="497577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Standings, member lists, contribution tracking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8327"/>
            <a:ext cx="8064252" cy="3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Refresh Strategy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9874" y="1142107"/>
            <a:ext cx="3861569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9874" y="1467296"/>
            <a:ext cx="3861569" cy="59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backend avoids calling the 42 API on every TV refresh. Caching and scheduled jobs ensure the API is contacted only as often as necessary.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7320" y="1142107"/>
            <a:ext cx="3861569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Protections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47320" y="1467296"/>
            <a:ext cx="3861569" cy="932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9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Cache all responses; fetch all paginated results</a:t>
            </a:r>
            <a:endParaRPr lang="en-US" sz="1100" dirty="0"/>
          </a:p>
          <a:p>
            <a:pPr algn="l" marL="223520" indent="-223520">
              <a:lnSpc>
                <a:spcPct val="119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Respect rate-limit headers; pause on HTTP 429</a:t>
            </a:r>
            <a:endParaRPr lang="en-US" sz="1100" dirty="0"/>
          </a:p>
          <a:p>
            <a:pPr algn="l" marL="223520" indent="-223520">
              <a:lnSpc>
                <a:spcPct val="119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Exponential backoff with jitter on retries</a:t>
            </a:r>
            <a:endParaRPr lang="en-US" sz="1100" dirty="0"/>
          </a:p>
          <a:p>
            <a:pPr algn="l" marL="223520" indent="-223520">
              <a:lnSpc>
                <a:spcPct val="119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Keep latest successful dataset always available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47320" y="2542133"/>
            <a:ext cx="3861569" cy="897434"/>
          </a:xfrm>
          <a:prstGeom prst="roundRect">
            <a:avLst>
              <a:gd name="adj" fmla="val 2337"/>
            </a:avLst>
          </a:prstGeom>
          <a:solidFill>
            <a:srgbClr val="40404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7069" y="2732559"/>
            <a:ext cx="174724" cy="139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01543" y="2691036"/>
            <a:ext cx="3267596" cy="59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Example Schedule:</a:t>
            </a:r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Live locations every 3 min · Coalition snapshot hourly · Daily analytics at 00:10 Europe/Warsaw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3724573"/>
            <a:ext cx="1921073" cy="9905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4874" y="3883372"/>
            <a:ext cx="1527274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Live Locations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74874" y="4157886"/>
            <a:ext cx="1527274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1–5 min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7600" y="3724573"/>
            <a:ext cx="1921073" cy="9905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22600" y="3883372"/>
            <a:ext cx="1527274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Coalition Scores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822600" y="4157886"/>
            <a:ext cx="1527274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hour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326" y="3724573"/>
            <a:ext cx="1921073" cy="99052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70326" y="3883372"/>
            <a:ext cx="1527274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Cursus &amp; Levels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4870326" y="4157886"/>
            <a:ext cx="1527274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6–12 hours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83053" y="3724573"/>
            <a:ext cx="1921073" cy="99052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18052" y="3883372"/>
            <a:ext cx="1527274" cy="397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Definitions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6918052" y="4356422"/>
            <a:ext cx="1527274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77962"/>
            <a:ext cx="8064252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Error Handling &amp; Historical Data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9874" y="1122090"/>
            <a:ext cx="3873326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Error Handling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90" y="1434592"/>
            <a:ext cx="195188" cy="1951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2844" y="1430536"/>
            <a:ext cx="3450357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API Unavailable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962844" y="1725216"/>
            <a:ext cx="345035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 cached data; retry with backoff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8690" y="2128800"/>
            <a:ext cx="195188" cy="195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2844" y="2124745"/>
            <a:ext cx="3450357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Token Expired (401)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962844" y="2419424"/>
            <a:ext cx="345035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Renew token, retry once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690" y="2823009"/>
            <a:ext cx="195188" cy="1951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2844" y="2818954"/>
            <a:ext cx="3450357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Rate Limit (429)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962844" y="3113633"/>
            <a:ext cx="345035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Pause, serve cache, retry after delay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8690" y="3517218"/>
            <a:ext cx="195188" cy="1951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2844" y="3513162"/>
            <a:ext cx="3450357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Partial Failure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962844" y="3807842"/>
            <a:ext cx="345035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Keep working sections live; mark failed sections cached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735562" y="1122090"/>
            <a:ext cx="3873326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Historical Data Storage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735562" y="1416769"/>
            <a:ext cx="3873326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Some metrics require timestamped snapshots: coalition scores, seat occupancy, campus-time totals, project completions, and evaluation records.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5587" y="4220542"/>
            <a:ext cx="3977804" cy="4592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8599" y="4234830"/>
            <a:ext cx="3804791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Weekly coalition gain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698599" y="4485605"/>
            <a:ext cx="380479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 score − score 7 days earlier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26322" y="4220542"/>
            <a:ext cx="3977804" cy="45928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799335" y="4234830"/>
            <a:ext cx="3804791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Weekly campus time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4799335" y="4485605"/>
            <a:ext cx="380479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Sum of session overlap with the reporting week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2026-08-02T08:44:00Z</dcterms:created>
  <dcterms:modified xsi:type="dcterms:W3CDTF">2026-08-02T08:44:00Z</dcterms:modified>
</cp:coreProperties>
</file>